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2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3F55BDA7-7FEA-4EDA-A1A4-DECCA2E39688}" type="datetimeFigureOut">
              <a:rPr lang="pt-PT" smtClean="0"/>
              <a:t>15/11/2025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89A9C89B-B15B-4F61-87FD-AB92E70903B8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11560" y="404664"/>
            <a:ext cx="7772400" cy="4032448"/>
          </a:xfrm>
        </p:spPr>
        <p:txBody>
          <a:bodyPr/>
          <a:lstStyle/>
          <a:p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4725144"/>
            <a:ext cx="6400800" cy="913656"/>
          </a:xfrm>
        </p:spPr>
        <p:txBody>
          <a:bodyPr>
            <a:noAutofit/>
          </a:bodyPr>
          <a:lstStyle/>
          <a:p>
            <a:pPr algn="ctr"/>
            <a:r>
              <a:rPr lang="pt-PT" sz="6000" b="1" dirty="0"/>
              <a:t>FINAL PROJECT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50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700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996952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6000" b="1" dirty="0">
                <a:solidFill>
                  <a:schemeClr val="tx1"/>
                </a:solidFill>
                <a:latin typeface="+mn-lt"/>
              </a:rPr>
              <a:t>Task List Application</a:t>
            </a:r>
            <a:r>
              <a:rPr lang="en-US" sz="3600" b="1" dirty="0" smtClean="0">
                <a:solidFill>
                  <a:schemeClr val="tx1"/>
                </a:solidFill>
                <a:latin typeface="+mn-lt"/>
              </a:rPr>
              <a:t/>
            </a:r>
            <a:br>
              <a:rPr lang="en-US" sz="3600" b="1" dirty="0" smtClean="0">
                <a:solidFill>
                  <a:schemeClr val="tx1"/>
                </a:solidFill>
                <a:latin typeface="+mn-lt"/>
              </a:rPr>
            </a:br>
            <a:endParaRPr lang="pt-PT" sz="3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961816" y="5085184"/>
            <a:ext cx="4178384" cy="990600"/>
          </a:xfrm>
        </p:spPr>
        <p:txBody>
          <a:bodyPr>
            <a:normAutofit fontScale="92500"/>
          </a:bodyPr>
          <a:lstStyle/>
          <a:p>
            <a:r>
              <a:rPr lang="pt-PT" dirty="0" err="1"/>
              <a:t>Author</a:t>
            </a:r>
            <a:r>
              <a:rPr lang="pt-PT" dirty="0"/>
              <a:t>: </a:t>
            </a:r>
            <a:r>
              <a:rPr lang="pt-PT" sz="3600" b="1" dirty="0"/>
              <a:t>Issufo Gulamo</a:t>
            </a:r>
          </a:p>
        </p:txBody>
      </p:sp>
    </p:spTree>
    <p:extLst>
      <p:ext uri="{BB962C8B-B14F-4D97-AF65-F5344CB8AC3E}">
        <p14:creationId xmlns:p14="http://schemas.microsoft.com/office/powerpoint/2010/main" val="22110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0"/>
            <a:ext cx="7543800" cy="2420888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pt-PT" sz="6000" b="1" dirty="0" err="1">
                <a:latin typeface="+mn-lt"/>
              </a:rPr>
              <a:t>Problem</a:t>
            </a:r>
            <a:endParaRPr lang="pt-PT" sz="60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2000" y="3068960"/>
            <a:ext cx="7554416" cy="3024336"/>
          </a:xfrm>
        </p:spPr>
        <p:txBody>
          <a:bodyPr/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Many people have difficulty organizing their daily tasks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Lack of a simple, fast, and accessible tool to track and complete tasks.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66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0"/>
            <a:ext cx="7543800" cy="2204864"/>
          </a:xfrm>
        </p:spPr>
        <p:txBody>
          <a:bodyPr/>
          <a:lstStyle/>
          <a:p>
            <a:pPr algn="ctr"/>
            <a:r>
              <a:rPr lang="pt-PT" sz="6000" b="1" dirty="0">
                <a:latin typeface="+mn-lt"/>
              </a:rPr>
              <a:t>Project Objective</a:t>
            </a:r>
            <a:endParaRPr lang="pt-PT" sz="60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2000" y="3068960"/>
            <a:ext cx="7554416" cy="295232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Create a web application for task management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</a:rPr>
              <a:t>Features</a:t>
            </a:r>
            <a:r>
              <a:rPr lang="en-US" dirty="0">
                <a:solidFill>
                  <a:schemeClr val="tx1"/>
                </a:solidFill>
              </a:rPr>
              <a:t>: add, complete, and remove tasks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</a:rPr>
              <a:t>Simulation </a:t>
            </a:r>
            <a:r>
              <a:rPr lang="en-US" dirty="0">
                <a:solidFill>
                  <a:schemeClr val="tx1"/>
                </a:solidFill>
              </a:rPr>
              <a:t>of a MERN project without the need for a backend.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98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0"/>
            <a:ext cx="7543800" cy="2132856"/>
          </a:xfrm>
        </p:spPr>
        <p:txBody>
          <a:bodyPr/>
          <a:lstStyle/>
          <a:p>
            <a:pPr algn="ctr"/>
            <a:r>
              <a:rPr lang="pt-PT" sz="6000" b="1" dirty="0" err="1">
                <a:latin typeface="+mn-lt"/>
              </a:rPr>
              <a:t>Features</a:t>
            </a:r>
            <a:endParaRPr lang="pt-PT" sz="60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2000" y="3068960"/>
            <a:ext cx="7554416" cy="295232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Add tasks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Mark </a:t>
            </a:r>
            <a:r>
              <a:rPr lang="en-US" dirty="0">
                <a:solidFill>
                  <a:schemeClr val="tx1"/>
                </a:solidFill>
              </a:rPr>
              <a:t>tasks as completed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Remove </a:t>
            </a:r>
            <a:r>
              <a:rPr lang="en-US" dirty="0">
                <a:solidFill>
                  <a:schemeClr val="tx1"/>
                </a:solidFill>
              </a:rPr>
              <a:t>tasks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Local </a:t>
            </a:r>
            <a:r>
              <a:rPr lang="en-US" dirty="0">
                <a:solidFill>
                  <a:schemeClr val="tx1"/>
                </a:solidFill>
              </a:rPr>
              <a:t>persistence using </a:t>
            </a:r>
            <a:r>
              <a:rPr lang="en-US" dirty="0" err="1">
                <a:solidFill>
                  <a:schemeClr val="tx1"/>
                </a:solidFill>
              </a:rPr>
              <a:t>LocalStorage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8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0"/>
            <a:ext cx="7543800" cy="1988840"/>
          </a:xfrm>
        </p:spPr>
        <p:txBody>
          <a:bodyPr/>
          <a:lstStyle/>
          <a:p>
            <a:pPr algn="ctr"/>
            <a:r>
              <a:rPr lang="pt-PT" sz="6000" b="1" dirty="0">
                <a:latin typeface="+mn-lt"/>
              </a:rPr>
              <a:t>Technologies </a:t>
            </a:r>
            <a:r>
              <a:rPr lang="pt-PT" sz="6000" b="1" dirty="0" err="1">
                <a:latin typeface="+mn-lt"/>
              </a:rPr>
              <a:t>Used</a:t>
            </a:r>
            <a:endParaRPr lang="pt-PT" sz="60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2000" y="3068960"/>
            <a:ext cx="7554416" cy="295232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HTML, CSS, pure JavaScript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err="1" smtClean="0">
                <a:solidFill>
                  <a:schemeClr val="tx1"/>
                </a:solidFill>
              </a:rPr>
              <a:t>LocalStorage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for persistent storage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Simple </a:t>
            </a:r>
            <a:r>
              <a:rPr lang="en-US" dirty="0">
                <a:solidFill>
                  <a:schemeClr val="tx1"/>
                </a:solidFill>
              </a:rPr>
              <a:t>and responsive interface.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64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0"/>
            <a:ext cx="7543800" cy="2132856"/>
          </a:xfrm>
        </p:spPr>
        <p:txBody>
          <a:bodyPr/>
          <a:lstStyle/>
          <a:p>
            <a:pPr algn="ctr"/>
            <a:r>
              <a:rPr lang="pt-PT" sz="6000" b="1" dirty="0">
                <a:latin typeface="+mn-lt"/>
              </a:rPr>
              <a:t>Demo</a:t>
            </a:r>
            <a:endParaRPr lang="pt-PT" sz="60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2000" y="3068960"/>
            <a:ext cx="7554416" cy="295232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Screenshot of the running application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Demonstrate </a:t>
            </a:r>
            <a:r>
              <a:rPr lang="en-US" dirty="0">
                <a:solidFill>
                  <a:schemeClr val="tx1"/>
                </a:solidFill>
              </a:rPr>
              <a:t>adding, completing, and removing tasks.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05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0"/>
            <a:ext cx="7560840" cy="2492896"/>
          </a:xfrm>
        </p:spPr>
        <p:txBody>
          <a:bodyPr/>
          <a:lstStyle/>
          <a:p>
            <a:pPr algn="ctr"/>
            <a:r>
              <a:rPr lang="pt-PT" sz="6000" b="1" dirty="0" err="1">
                <a:latin typeface="+mn-lt"/>
              </a:rPr>
              <a:t>Challenges</a:t>
            </a:r>
            <a:r>
              <a:rPr lang="pt-PT" sz="6000" b="1" dirty="0">
                <a:latin typeface="+mn-lt"/>
              </a:rPr>
              <a:t> </a:t>
            </a:r>
            <a:r>
              <a:rPr lang="pt-PT" sz="6000" b="1" dirty="0" err="1">
                <a:latin typeface="+mn-lt"/>
              </a:rPr>
              <a:t>and</a:t>
            </a:r>
            <a:r>
              <a:rPr lang="pt-PT" sz="6000" b="1" dirty="0">
                <a:latin typeface="+mn-lt"/>
              </a:rPr>
              <a:t> </a:t>
            </a:r>
            <a:r>
              <a:rPr lang="pt-PT" sz="6000" b="1" dirty="0" err="1">
                <a:latin typeface="+mn-lt"/>
              </a:rPr>
              <a:t>Solutions</a:t>
            </a:r>
            <a:endParaRPr lang="pt-PT" sz="60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2000" y="3068960"/>
            <a:ext cx="7554416" cy="295232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Challenge: unable to run MERN stack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Solution</a:t>
            </a:r>
            <a:r>
              <a:rPr lang="en-US" dirty="0">
                <a:solidFill>
                  <a:schemeClr val="tx1"/>
                </a:solidFill>
              </a:rPr>
              <a:t>: create a fully functional simplified version in HTML/JS.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59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0"/>
            <a:ext cx="7543800" cy="2204864"/>
          </a:xfrm>
        </p:spPr>
        <p:txBody>
          <a:bodyPr/>
          <a:lstStyle/>
          <a:p>
            <a:pPr algn="ctr"/>
            <a:r>
              <a:rPr lang="pt-PT" sz="6000" b="1" dirty="0" err="1">
                <a:latin typeface="+mn-lt"/>
              </a:rPr>
              <a:t>Conclusion</a:t>
            </a:r>
            <a:endParaRPr lang="pt-PT" sz="60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2000" y="3068960"/>
            <a:ext cx="7554416" cy="295232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Functional, intuitive, and persistent application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Simulates </a:t>
            </a:r>
            <a:r>
              <a:rPr lang="en-US" dirty="0">
                <a:solidFill>
                  <a:schemeClr val="tx1"/>
                </a:solidFill>
              </a:rPr>
              <a:t>the functionality of a final MERN application.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04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0"/>
            <a:ext cx="7543800" cy="2132856"/>
          </a:xfrm>
        </p:spPr>
        <p:txBody>
          <a:bodyPr/>
          <a:lstStyle/>
          <a:p>
            <a:pPr algn="ctr"/>
            <a:r>
              <a:rPr lang="pt-PT" sz="6000" b="1" dirty="0" err="1">
                <a:latin typeface="+mn-lt"/>
              </a:rPr>
              <a:t>Acknowledgements</a:t>
            </a:r>
            <a:endParaRPr lang="pt-PT" sz="6000" b="1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2000" y="3068960"/>
            <a:ext cx="7554416" cy="295232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I would like to thank the PLP Academy for the opportunity to learn and develop this project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Thanks </a:t>
            </a:r>
            <a:r>
              <a:rPr lang="en-US" dirty="0">
                <a:solidFill>
                  <a:schemeClr val="tx1"/>
                </a:solidFill>
              </a:rPr>
              <a:t>to all instructors and classmates for their support and encouragement throughout the process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This </a:t>
            </a:r>
            <a:r>
              <a:rPr lang="en-US" dirty="0">
                <a:solidFill>
                  <a:schemeClr val="tx1"/>
                </a:solidFill>
              </a:rPr>
              <a:t>project represents acquired knowledge, dedication, and personal growth.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30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272F34"/>
      </a:dk1>
      <a:lt1>
        <a:sysClr val="window" lastClr="F0F1F2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57</TotalTime>
  <Words>205</Words>
  <Application>Microsoft Office PowerPoint</Application>
  <PresentationFormat>Apresentação no Ecrã (4:3)</PresentationFormat>
  <Paragraphs>32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1" baseType="lpstr">
      <vt:lpstr>NewsPrint</vt:lpstr>
      <vt:lpstr>Apresentação do PowerPoint</vt:lpstr>
      <vt:lpstr>Task List Application </vt:lpstr>
      <vt:lpstr>Problem</vt:lpstr>
      <vt:lpstr>Project Objective</vt:lpstr>
      <vt:lpstr>Features</vt:lpstr>
      <vt:lpstr>Technologies Used</vt:lpstr>
      <vt:lpstr>Demo</vt:lpstr>
      <vt:lpstr>Challenges and Solutions</vt:lpstr>
      <vt:lpstr>Conclusion</vt:lpstr>
      <vt:lpstr>Acknowledgements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User</dc:creator>
  <cp:lastModifiedBy>Windows User</cp:lastModifiedBy>
  <cp:revision>7</cp:revision>
  <dcterms:created xsi:type="dcterms:W3CDTF">2025-09-29T06:37:33Z</dcterms:created>
  <dcterms:modified xsi:type="dcterms:W3CDTF">2025-11-15T09:31:26Z</dcterms:modified>
</cp:coreProperties>
</file>